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59" r:id="rId6"/>
    <p:sldId id="258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0483CFF-FC9A-4CE3-BC77-03942C0F9045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CCA9655-C142-409C-B331-0AED49E87A3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1434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3CFF-FC9A-4CE3-BC77-03942C0F9045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A9655-C142-409C-B331-0AED49E87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4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3CFF-FC9A-4CE3-BC77-03942C0F9045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A9655-C142-409C-B331-0AED49E87A3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4370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3CFF-FC9A-4CE3-BC77-03942C0F9045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A9655-C142-409C-B331-0AED49E87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1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3CFF-FC9A-4CE3-BC77-03942C0F9045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A9655-C142-409C-B331-0AED49E87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54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3CFF-FC9A-4CE3-BC77-03942C0F9045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A9655-C142-409C-B331-0AED49E87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17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3CFF-FC9A-4CE3-BC77-03942C0F9045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A9655-C142-409C-B331-0AED49E87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53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3CFF-FC9A-4CE3-BC77-03942C0F9045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A9655-C142-409C-B331-0AED49E87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22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3CFF-FC9A-4CE3-BC77-03942C0F9045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A9655-C142-409C-B331-0AED49E87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39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3CFF-FC9A-4CE3-BC77-03942C0F9045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A9655-C142-409C-B331-0AED49E87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71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3CFF-FC9A-4CE3-BC77-03942C0F9045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A9655-C142-409C-B331-0AED49E87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51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0483CFF-FC9A-4CE3-BC77-03942C0F9045}" type="datetimeFigureOut">
              <a:rPr lang="en-US" smtClean="0"/>
              <a:t>7/14/2023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CCA9655-C142-409C-B331-0AED49E87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83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74EB2B-705D-4F30-61D0-25BAD2C09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A020BB0-96ED-34F5-86E6-2018FD20E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/>
          <a:lstStyle/>
          <a:p>
            <a:r>
              <a:rPr lang="en-US" dirty="0"/>
              <a:t>Class 4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1315B12-D62C-EAE6-5636-1ACD298CC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6303" y="3813078"/>
            <a:ext cx="1020685" cy="98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1C597C-755E-86AB-4614-A0CC2D487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363" y="3813078"/>
            <a:ext cx="1083180" cy="108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52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6A1D-C8DA-CD75-AC87-D5BB35693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19F64-F542-F8EF-28CF-01DD6E85F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1789043"/>
          </a:xfrm>
        </p:spPr>
        <p:txBody>
          <a:bodyPr/>
          <a:lstStyle/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specifically designed to handle sequential data</a:t>
            </a:r>
          </a:p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current input depends not only on the current time step but also on previous inputs</a:t>
            </a:r>
            <a:endParaRPr lang="en-US" dirty="0">
              <a:solidFill>
                <a:srgbClr val="D1D5DB"/>
              </a:solidFill>
              <a:latin typeface="Söhne"/>
            </a:endParaRPr>
          </a:p>
          <a:p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maintains hidden states that store information about past inputs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Hidden State: Represents the memory of the network and is updated at each time step.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588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NLP: Bag of words and TF-IDF explained! | by Koushik kumar | Medium">
            <a:extLst>
              <a:ext uri="{FF2B5EF4-FFF2-40B4-BE49-F238E27FC236}">
                <a16:creationId xmlns:a16="http://schemas.microsoft.com/office/drawing/2014/main" id="{A329BB29-1BB6-D2C4-BB5E-20CEDBE6F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82" y="794726"/>
            <a:ext cx="9164500" cy="526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250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ord Embedding: Basics. Create a vector from a word | by Hariom Gautam |  Medium">
            <a:extLst>
              <a:ext uri="{FF2B5EF4-FFF2-40B4-BE49-F238E27FC236}">
                <a16:creationId xmlns:a16="http://schemas.microsoft.com/office/drawing/2014/main" id="{0A4AF565-ADC8-7848-34B2-0CEDF0CAA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363" y="0"/>
            <a:ext cx="91852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538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iLSTM Explained | Papers With Code">
            <a:extLst>
              <a:ext uri="{FF2B5EF4-FFF2-40B4-BE49-F238E27FC236}">
                <a16:creationId xmlns:a16="http://schemas.microsoft.com/office/drawing/2014/main" id="{3815F842-081F-355B-0886-EF6580232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90" y="0"/>
            <a:ext cx="11014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45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xt generation using LSTM">
            <a:extLst>
              <a:ext uri="{FF2B5EF4-FFF2-40B4-BE49-F238E27FC236}">
                <a16:creationId xmlns:a16="http://schemas.microsoft.com/office/drawing/2014/main" id="{CB1E427E-571E-852A-E6D3-4BE8B488E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1835"/>
            <a:ext cx="11300812" cy="631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725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2E616-4E80-673F-D79A-96E31047A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195919" y="-308127"/>
            <a:ext cx="6817309" cy="74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75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401851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1268</TotalTime>
  <Words>52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Schoolbook</vt:lpstr>
      <vt:lpstr>Söhne</vt:lpstr>
      <vt:lpstr>Wingdings 2</vt:lpstr>
      <vt:lpstr>View</vt:lpstr>
      <vt:lpstr>Deep Learning</vt:lpstr>
      <vt:lpstr>RNN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tanmoy mazumder</dc:creator>
  <cp:lastModifiedBy>tanmoy mazumder</cp:lastModifiedBy>
  <cp:revision>2</cp:revision>
  <dcterms:created xsi:type="dcterms:W3CDTF">2023-07-12T12:58:16Z</dcterms:created>
  <dcterms:modified xsi:type="dcterms:W3CDTF">2023-07-15T05:44:23Z</dcterms:modified>
</cp:coreProperties>
</file>