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9" r:id="rId5"/>
    <p:sldId id="261" r:id="rId6"/>
    <p:sldId id="264" r:id="rId7"/>
    <p:sldId id="267" r:id="rId8"/>
    <p:sldId id="258" r:id="rId9"/>
    <p:sldId id="262" r:id="rId10"/>
    <p:sldId id="263" r:id="rId11"/>
    <p:sldId id="260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70" autoAdjust="0"/>
    <p:restoredTop sz="94660"/>
  </p:normalViewPr>
  <p:slideViewPr>
    <p:cSldViewPr snapToGrid="0">
      <p:cViewPr>
        <p:scale>
          <a:sx n="80" d="100"/>
          <a:sy n="80" d="100"/>
        </p:scale>
        <p:origin x="1186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14:40:3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24575,'1054'0'-1365,"-1034"0"-5461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14:40:3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24575,'22'-2'0,"1"0"0,-1-2 0,41-11 0,-33 7 0,34-5 0,-20 8 0,22-3 0,65-16 0,-48 8-341,0 4 0,1 4-1,148 3 1,-205 5-6485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14:40:34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2490 1 24575,'1'0'0,"1"0"0,0 1 0,0-1 0,-1 1 0,1 0 0,0-1 0,-1 1 0,1 0 0,-1 0 0,1 0 0,-1 0 0,1 0 0,-1 0 0,0 1 0,1-1 0,-1 0 0,0 1 0,0-1 0,0 1 0,0-1 0,0 1 0,0 0 0,-1-1 0,1 1 0,-1 0 0,1 0 0,0 1 0,9 52 0,-10-54 0,7 103 0,-8 117 0,-2-81 0,5-43 0,0-41 0,-2-1 0,-14 103 0,12-150 0,0 1 0,0-1 0,0 0 0,-1 0 0,-1 0 0,1 0 0,-1 0 0,-1-1 0,1 0 0,-1 0 0,-9 10 0,4-7 0,-1-1 0,0-1 0,0 0 0,-1 0 0,0-1 0,-18 8 0,-21 5 0,-1-1 0,-90 18 0,99-26 0,-114 21 0,-302 23 0,423-52 0,-1-2 0,0-1 0,1-2 0,-1-1 0,1-2 0,-1-1 0,2-3 0,-1 0 0,1-3 0,1 0 0,-53-28 0,-48-30 0,-73-42 0,-68-73 0,250 167 0,4 1 0,2 0 0,0-2 0,-34-40 0,-40-70 0,74 100-170,1-2-1,2-1 0,2 0 1,1 0-1,1-2 0,1 0 1,-11-61-1,18 61-6655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14:40:4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5839 1 24575,'-1'24'0,"-1"-1"0,-1 1 0,-2 0 0,0-1 0,-1 0 0,-15 36 0,-71 128 0,78-161 0,-126 222 0,96-178 0,-78 92 0,-34 16 0,110-131 0,-82 66 0,-133 76 0,204-153 0,-1-3 0,-112 47 0,-69 3-419,-2-9-1,-357 59 0,-89-30-911,-7-62 1,264-73 1195,8-41 0,-364-107 3841,773 176-3653,0-1 0,1 0 0,0 0 0,1-1 0,-1-1 0,1 0 0,0-1-1,1 0 1,-13-11 0,-6-11-95,-41-52 0,27 28 81,31 37-39,2 1 0,0-2 0,1 1 0,1-1 0,1-1 0,0 1 0,-4-23 0,1 6 0,-5-16 0,2 0 0,3-1 0,2-1 0,3 0 0,1-91 0,3-29 0,4-99 0,0 243 0,2 0 0,11-37 0,-9 42 0,-1-1 0,-1 0 0,1-36 0,-5 55-77,-1 1 0,1-1-1,0 1 1,0-1 0,0 1 0,1 0-1,0-1 1,3-6 0,-1 3-593,17-39-6156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14:43:5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24575,'1044'0'0,"-893"12"0,-2-1 0,-123-11-1365,-5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396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6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330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0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9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8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9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3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05BCF05-7B83-425B-9F2D-969775D46E41}" type="datetimeFigureOut">
              <a:rPr lang="en-US" smtClean="0"/>
              <a:t>7/15/2023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7B82D80-4FEB-4BA2-BE94-A108A57C2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19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FF20E-4AC1-93D9-F996-A899BEA8D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97FA612-DBEC-8297-C968-67848AE90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/>
          <a:lstStyle/>
          <a:p>
            <a:r>
              <a:rPr lang="en-US" dirty="0"/>
              <a:t>Class 6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C1B9F67-0E74-30F9-8D61-2E0C7392E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6303" y="3813078"/>
            <a:ext cx="1020685" cy="98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32330-543B-58A3-73E7-C675771FBF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63" y="3813078"/>
            <a:ext cx="1083180" cy="108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3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95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C6B0-2D6B-BE81-036D-749EC4AC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99E8E-A42C-A37F-6130-B64035F45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0" y="1820848"/>
            <a:ext cx="2836230" cy="4351337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Image Classification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Object Detection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Sentiment Analysis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Machine Translation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Speech Recognition.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Medical Image Analysis.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Recommender Systems.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9356B-8E0F-3151-C47E-6AD6E00120BF}"/>
              </a:ext>
            </a:extLst>
          </p:cNvPr>
          <p:cNvSpPr txBox="1"/>
          <p:nvPr/>
        </p:nvSpPr>
        <p:spPr>
          <a:xfrm>
            <a:off x="1261871" y="2003729"/>
            <a:ext cx="6000575" cy="2607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Improved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Reduced Training Time and Resource Requirements</a:t>
            </a:r>
            <a:endParaRPr lang="en-US" sz="2800" dirty="0">
              <a:solidFill>
                <a:srgbClr val="D1D5DB"/>
              </a:solidFill>
              <a:latin typeface="Söhne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Handling New or Unseen Data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4557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nsfer Learning Made Easy » Artificial Intelligence - MATLAB &amp; Simulink">
            <a:extLst>
              <a:ext uri="{FF2B5EF4-FFF2-40B4-BE49-F238E27FC236}">
                <a16:creationId xmlns:a16="http://schemas.microsoft.com/office/drawing/2014/main" id="{D7B1EFF2-E124-B0B5-8CE3-54F5A589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0150"/>
            <a:ext cx="12192000" cy="445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68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3F1C2-ED87-7370-6069-0163A36D2944}"/>
              </a:ext>
            </a:extLst>
          </p:cNvPr>
          <p:cNvSpPr txBox="1"/>
          <p:nvPr/>
        </p:nvSpPr>
        <p:spPr>
          <a:xfrm>
            <a:off x="1261872" y="1765954"/>
            <a:ext cx="6496215" cy="3239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Pre-trained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Feature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Layer freezing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Progressive Unfreezing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Fine tuning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644D99-25E2-DA6B-BDA0-A60B3045246F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Transfer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2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raining Deep Neural Networks. Deep Learning Accessories | by Ravindra  Parmar | Towards Data Science">
            <a:extLst>
              <a:ext uri="{FF2B5EF4-FFF2-40B4-BE49-F238E27FC236}">
                <a16:creationId xmlns:a16="http://schemas.microsoft.com/office/drawing/2014/main" id="{0E85A15B-80BD-5CF2-8B27-E19534016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3" y="923925"/>
            <a:ext cx="11420475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26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79BDB5-99A2-9F68-4E12-48E58D1B9B5A}"/>
              </a:ext>
            </a:extLst>
          </p:cNvPr>
          <p:cNvSpPr txBox="1"/>
          <p:nvPr/>
        </p:nvSpPr>
        <p:spPr>
          <a:xfrm>
            <a:off x="1310054" y="694592"/>
            <a:ext cx="927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drove for a while and then went to the bank to deposit my money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61B95-8B13-E824-AC22-2026E341F98B}"/>
              </a:ext>
            </a:extLst>
          </p:cNvPr>
          <p:cNvSpPr txBox="1"/>
          <p:nvPr/>
        </p:nvSpPr>
        <p:spPr>
          <a:xfrm>
            <a:off x="1371600" y="3833446"/>
            <a:ext cx="8484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swam across the river to get to the other side of the river bank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C2A284-96BF-60CE-B331-15C970C7AEF3}"/>
              </a:ext>
            </a:extLst>
          </p:cNvPr>
          <p:cNvGrpSpPr/>
          <p:nvPr/>
        </p:nvGrpSpPr>
        <p:grpSpPr>
          <a:xfrm>
            <a:off x="5845805" y="1063828"/>
            <a:ext cx="2338560" cy="888120"/>
            <a:chOff x="5845805" y="1063828"/>
            <a:chExt cx="2338560" cy="88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2802F7-2103-85C0-9410-C80658B0ED4D}"/>
                    </a:ext>
                  </a:extLst>
                </p14:cNvPr>
                <p14:cNvContentPartPr/>
                <p14:nvPr/>
              </p14:nvContentPartPr>
              <p14:xfrm>
                <a:off x="6681725" y="1063828"/>
                <a:ext cx="38700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2802F7-2103-85C0-9410-C80658B0ED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72725" y="1054828"/>
                  <a:ext cx="404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3FB9632-C162-7BAB-F99F-8702FB60A773}"/>
                    </a:ext>
                  </a:extLst>
                </p14:cNvPr>
                <p14:cNvContentPartPr/>
                <p14:nvPr/>
              </p14:nvContentPartPr>
              <p14:xfrm>
                <a:off x="7833365" y="1116388"/>
                <a:ext cx="351000" cy="4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3FB9632-C162-7BAB-F99F-8702FB60A7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4725" y="1107388"/>
                  <a:ext cx="368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520315-1305-D502-BDBB-304CF20286FD}"/>
                    </a:ext>
                  </a:extLst>
                </p14:cNvPr>
                <p14:cNvContentPartPr/>
                <p14:nvPr/>
              </p14:nvContentPartPr>
              <p14:xfrm>
                <a:off x="5900165" y="1081108"/>
                <a:ext cx="915120" cy="45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520315-1305-D502-BDBB-304CF20286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91525" y="1072468"/>
                  <a:ext cx="93276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33A66F-EADB-01C1-9B47-02BACF6DAAB4}"/>
                    </a:ext>
                  </a:extLst>
                </p14:cNvPr>
                <p14:cNvContentPartPr/>
                <p14:nvPr/>
              </p14:nvContentPartPr>
              <p14:xfrm>
                <a:off x="5845805" y="1230508"/>
                <a:ext cx="2102040" cy="721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33A66F-EADB-01C1-9B47-02BACF6DAA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37165" y="1221868"/>
                  <a:ext cx="2119680" cy="73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214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3BE1CE-0444-0C3D-0530-F286D529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25"/>
            <a:ext cx="12192000" cy="6483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C22037-208E-5398-CE24-603F679E3879}"/>
                  </a:ext>
                </a:extLst>
              </p14:cNvPr>
              <p14:cNvContentPartPr/>
              <p14:nvPr/>
            </p14:nvContentPartPr>
            <p14:xfrm>
              <a:off x="3195485" y="913708"/>
              <a:ext cx="501120" cy="8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C22037-208E-5398-CE24-603F679E38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6845" y="904708"/>
                <a:ext cx="51876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0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C66DBF-564C-B1BA-23D0-CDC7CE11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900"/>
            <a:ext cx="121920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7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E7125-1D30-5DC2-8773-D843BFCE2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75"/>
            <a:ext cx="121920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69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CEA59-D03E-76F8-9CDB-8A077EEB6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394"/>
            <a:ext cx="11254994" cy="630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1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42235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1028</TotalTime>
  <Words>79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Schoolbook</vt:lpstr>
      <vt:lpstr>Söhne</vt:lpstr>
      <vt:lpstr>Wingdings 2</vt:lpstr>
      <vt:lpstr>View</vt:lpstr>
      <vt:lpstr>Deep Learning</vt:lpstr>
      <vt:lpstr>PowerPoint Presentation</vt:lpstr>
      <vt:lpstr>Transfer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tanmoy mazumder</dc:creator>
  <cp:lastModifiedBy>tanmoy mazumder</cp:lastModifiedBy>
  <cp:revision>2</cp:revision>
  <dcterms:created xsi:type="dcterms:W3CDTF">2023-07-15T13:02:02Z</dcterms:created>
  <dcterms:modified xsi:type="dcterms:W3CDTF">2023-07-16T06:10:27Z</dcterms:modified>
</cp:coreProperties>
</file>