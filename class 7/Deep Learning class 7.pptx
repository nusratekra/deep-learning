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5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5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1740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8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0635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05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31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18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7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2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4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3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8FFEF5C-DB01-4A55-929B-B398A91BE89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1E8F8D5-74FE-4032-AC87-16109632B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412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10A89B-9257-159E-B71B-DDDF4371A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D576B6-2597-90D2-7D0C-5203BD11A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/>
          <a:lstStyle/>
          <a:p>
            <a:r>
              <a:rPr lang="en-US" dirty="0"/>
              <a:t>Class 7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42E96E8-721D-58E5-ECE9-36862CEF2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6303" y="3813078"/>
            <a:ext cx="1020685" cy="98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EA6237-C574-FC47-4429-BF512392E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363" y="3813078"/>
            <a:ext cx="1083180" cy="108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9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D67A-CB4C-979E-8EF5-DF4A8E17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0"/>
            <a:ext cx="9692640" cy="1325562"/>
          </a:xfrm>
        </p:spPr>
        <p:txBody>
          <a:bodyPr/>
          <a:lstStyle/>
          <a:p>
            <a:r>
              <a:rPr lang="en-US" b="1" i="0" dirty="0">
                <a:effectLst/>
                <a:latin typeface="Inter"/>
              </a:rPr>
              <a:t>Explainable AI</a:t>
            </a:r>
            <a:endParaRPr lang="en-US" dirty="0"/>
          </a:p>
        </p:txBody>
      </p:sp>
      <p:pic>
        <p:nvPicPr>
          <p:cNvPr id="1026" name="Picture 2" descr="Explainable Artificial Intelligence">
            <a:extLst>
              <a:ext uri="{FF2B5EF4-FFF2-40B4-BE49-F238E27FC236}">
                <a16:creationId xmlns:a16="http://schemas.microsoft.com/office/drawing/2014/main" id="{E5E110BE-3C14-C319-712D-D7D18CC5F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401" y="1325562"/>
            <a:ext cx="9692640" cy="546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7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D67A-CB4C-979E-8EF5-DF4A8E17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02" y="66822"/>
            <a:ext cx="9692640" cy="1325562"/>
          </a:xfrm>
        </p:spPr>
        <p:txBody>
          <a:bodyPr/>
          <a:lstStyle/>
          <a:p>
            <a:r>
              <a:rPr lang="en-US" b="1" i="0" dirty="0">
                <a:effectLst/>
                <a:latin typeface="Inter"/>
              </a:rPr>
              <a:t>Self-Supervised Learning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F7D4FC-7DB8-DF41-D87C-3DEAD6E56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77" y="1784910"/>
            <a:ext cx="9955014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360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D67A-CB4C-979E-8EF5-DF4A8E17F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Inter"/>
              </a:rPr>
              <a:t>Neural Architecture Search (NAS)</a:t>
            </a:r>
            <a:endParaRPr lang="en-US" dirty="0"/>
          </a:p>
        </p:txBody>
      </p:sp>
      <p:pic>
        <p:nvPicPr>
          <p:cNvPr id="2050" name="Picture 2" descr="Illustration of our energy aware neural architecture search framework. |  Download Scientific Diagram">
            <a:extLst>
              <a:ext uri="{FF2B5EF4-FFF2-40B4-BE49-F238E27FC236}">
                <a16:creationId xmlns:a16="http://schemas.microsoft.com/office/drawing/2014/main" id="{5962AFAC-5A45-8CBF-61CC-8F3FBCE0E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448" y="1858377"/>
            <a:ext cx="8258284" cy="470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14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D67A-CB4C-979E-8EF5-DF4A8E17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519" y="-430823"/>
            <a:ext cx="9692640" cy="1325562"/>
          </a:xfrm>
        </p:spPr>
        <p:txBody>
          <a:bodyPr/>
          <a:lstStyle/>
          <a:p>
            <a:r>
              <a:rPr lang="en-US" b="1" i="0" dirty="0">
                <a:effectLst/>
                <a:latin typeface="Inter"/>
              </a:rPr>
              <a:t>Federated Learning</a:t>
            </a:r>
            <a:endParaRPr lang="en-US" dirty="0"/>
          </a:p>
        </p:txBody>
      </p:sp>
      <p:pic>
        <p:nvPicPr>
          <p:cNvPr id="3074" name="Picture 2" descr="What Is Federated Learning? | NVIDIA Blog">
            <a:extLst>
              <a:ext uri="{FF2B5EF4-FFF2-40B4-BE49-F238E27FC236}">
                <a16:creationId xmlns:a16="http://schemas.microsoft.com/office/drawing/2014/main" id="{885B9DED-9C8C-7DD9-A318-67EAD4BDE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47" y="881858"/>
            <a:ext cx="10580968" cy="591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30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D67A-CB4C-979E-8EF5-DF4A8E17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416" y="228600"/>
            <a:ext cx="9692640" cy="1325562"/>
          </a:xfrm>
        </p:spPr>
        <p:txBody>
          <a:bodyPr/>
          <a:lstStyle/>
          <a:p>
            <a:r>
              <a:rPr lang="en-US" b="1" i="0" dirty="0">
                <a:effectLst/>
                <a:latin typeface="Inter"/>
              </a:rPr>
              <a:t>Meta Learning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7E9A66-DCA3-F56A-25AF-47B092A9CF25}"/>
              </a:ext>
            </a:extLst>
          </p:cNvPr>
          <p:cNvSpPr txBox="1"/>
          <p:nvPr/>
        </p:nvSpPr>
        <p:spPr>
          <a:xfrm>
            <a:off x="1125416" y="2022231"/>
            <a:ext cx="95619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D1D5DB"/>
                </a:solidFill>
                <a:effectLst/>
                <a:latin typeface="Söhne"/>
              </a:rPr>
              <a:t>meta-level: model learns across a distribution of tasks or environments</a:t>
            </a:r>
          </a:p>
          <a:p>
            <a:endParaRPr lang="en-US" sz="2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D1D5DB"/>
                </a:solidFill>
                <a:latin typeface="Söhne"/>
              </a:rPr>
              <a:t>Task level: </a:t>
            </a:r>
            <a:r>
              <a:rPr lang="en-US" sz="2800" b="0" i="0" dirty="0">
                <a:solidFill>
                  <a:srgbClr val="D1D5DB"/>
                </a:solidFill>
                <a:effectLst/>
                <a:latin typeface="Söhne"/>
              </a:rPr>
              <a:t>model learns within a specific task or environment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6016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D67A-CB4C-979E-8EF5-DF4A8E17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395" y="2103438"/>
            <a:ext cx="6698567" cy="1325562"/>
          </a:xfrm>
        </p:spPr>
        <p:txBody>
          <a:bodyPr/>
          <a:lstStyle/>
          <a:p>
            <a:r>
              <a:rPr lang="en-US" b="1" i="0" dirty="0">
                <a:effectLst/>
                <a:latin typeface="Inter"/>
              </a:rPr>
              <a:t>How to read research papers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660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77870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171</TotalTime>
  <Words>45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Schoolbook</vt:lpstr>
      <vt:lpstr>Inter</vt:lpstr>
      <vt:lpstr>Söhne</vt:lpstr>
      <vt:lpstr>Wingdings 2</vt:lpstr>
      <vt:lpstr>View</vt:lpstr>
      <vt:lpstr>Deep Learning</vt:lpstr>
      <vt:lpstr>Explainable AI</vt:lpstr>
      <vt:lpstr>Self-Supervised Learning</vt:lpstr>
      <vt:lpstr>Neural Architecture Search (NAS)</vt:lpstr>
      <vt:lpstr>Federated Learning</vt:lpstr>
      <vt:lpstr>Meta Learning</vt:lpstr>
      <vt:lpstr>How to read research papers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tanmoy mazumder</dc:creator>
  <cp:lastModifiedBy>tanmoy mazumder</cp:lastModifiedBy>
  <cp:revision>1</cp:revision>
  <dcterms:created xsi:type="dcterms:W3CDTF">2023-07-17T12:54:31Z</dcterms:created>
  <dcterms:modified xsi:type="dcterms:W3CDTF">2023-07-17T15:45:47Z</dcterms:modified>
</cp:coreProperties>
</file>